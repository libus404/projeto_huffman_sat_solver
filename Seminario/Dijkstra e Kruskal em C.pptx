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457200"/>
            <a:ext cx="109728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209040"/>
            <a:ext cx="10769600" cy="483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457200"/>
            <a:ext cx="109728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209040"/>
            <a:ext cx="10769600" cy="483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2631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Seminário de Estruturas de Dados · Linguagem C</a:t>
            </a:r>
            <a:endParaRPr lang="en-US" sz="18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495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e Kruskal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5285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C9D3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Dois algoritmos clássicos de grafos, explicados com o código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34721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[Nomes da equipe]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grafo do exemplo</a:t>
            </a:r>
            <a:endParaRPr lang="en-US" sz="32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82040"/>
            <a:ext cx="6350000" cy="2990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64400" y="1564640"/>
            <a:ext cx="4447540" cy="33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Vértices:</a:t>
            </a: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cidades (A a F)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264400" y="2030730"/>
            <a:ext cx="4447540" cy="33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Arestas:</a:t>
            </a: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estradas entre elas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264400" y="2496820"/>
            <a:ext cx="4447540" cy="33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Pesos:</a:t>
            </a: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distância em km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264400" y="2962910"/>
            <a:ext cx="4447540" cy="65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cidades e 9 estradas, o mesmo grafo nos dois códigos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Dijkstra: a ideia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Acha o menor caminho de um ponto de partida até todos os outros.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9077" y="2255520"/>
            <a:ext cx="10817971" cy="183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da origem = 0; todos os outros = infinito.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Escolhe o vértice aberto de menor custo e o fecha.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cada vizinho, vê se passar por ele sai mais barato.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sair, atualiza o custo e guarda de quem veio (pai).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Repete até fechar todos.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6238241"/>
            <a:ext cx="40190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Importante: só funciona com pesos não negativos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Dijkstra: o caminho do algoritmo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76769" y="1082041"/>
            <a:ext cx="339966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Rodada 1: cidade da vez A</a:t>
            </a:r>
            <a:endParaRPr lang="en-US" sz="1900" dirty="0"/>
          </a:p>
        </p:txBody>
      </p:sp>
      <p:pic>
        <p:nvPicPr>
          <p:cNvPr id="4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447800"/>
            <a:ext cx="5334000" cy="2508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" y="4032250"/>
            <a:ext cx="425805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Estradas de A: B = 0+7, C = 0+9, F = 0+14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200709" y="1082041"/>
            <a:ext cx="342938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Rodada 3: cidade da vez C</a:t>
            </a:r>
            <a:endParaRPr lang="en-US" sz="1900" dirty="0"/>
          </a:p>
        </p:txBody>
      </p:sp>
      <p:pic>
        <p:nvPicPr>
          <p:cNvPr id="7" name="Image 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8400" y="1447800"/>
            <a:ext cx="5334000" cy="2508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32945" y="4032250"/>
            <a:ext cx="436483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até F: 9 + 2 = 11, menor que 14. Atualiza!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09600" y="4467225"/>
            <a:ext cx="113019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Amarelo = cidade da vez · Verde = já visitada · Cinza = ainda aberta · Número em cima = gasto (menor distância até agora)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Dijkstra: resultado final</a:t>
            </a:r>
            <a:endParaRPr lang="en-US" sz="32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82039"/>
            <a:ext cx="6350000" cy="29908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64400" y="1082039"/>
            <a:ext cx="4318000" cy="3063240"/>
          </a:xfrm>
          <a:prstGeom prst="roundRect">
            <a:avLst>
              <a:gd name="adj" fmla="val 3317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518400" y="1336039"/>
            <a:ext cx="3924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e caminho desde 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518400" y="1729739"/>
            <a:ext cx="39243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r>
              <a:rPr lang="en-US" sz="18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7 · A → 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518400" y="2115821"/>
            <a:ext cx="39243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r>
              <a:rPr lang="en-US" sz="18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9 · A → 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18400" y="2501900"/>
            <a:ext cx="39243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r>
              <a:rPr lang="en-US" sz="18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11 · A → C → F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18400" y="2887982"/>
            <a:ext cx="39243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r>
              <a:rPr lang="en-US" sz="18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20 · A → C → 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18400" y="3274061"/>
            <a:ext cx="39243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r>
              <a:rPr lang="en-US" sz="18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20 · A → C → F → 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18400" y="3660139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Linhas verdes = de onde cada cidade veio (o pai)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Dijkstra: o código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6116320" cy="3365500"/>
          </a:xfrm>
          <a:prstGeom prst="roundRect">
            <a:avLst>
              <a:gd name="adj" fmla="val 3019"/>
            </a:avLst>
          </a:prstGeom>
          <a:solidFill>
            <a:srgbClr val="14213D"/>
          </a:solidFill>
          <a:ln/>
        </p:spPr>
        <p:txBody>
          <a:bodyPr wrap="square" lIns="224242" tIns="224242" rIns="55993" bIns="1988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gasto[0] = 0;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 (rodada = 0; rodada &lt; N; rodada++) 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u = aberto com menor gasto;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fechado[u] =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for (v = 0; v &lt; N; v++)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if (gasto[u] + mapa[u][v] &lt; gasto[v]) 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gasto[v] = gasto[u] + mapa[u][v];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pai[v] = u;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}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1620521"/>
            <a:ext cx="4246880" cy="33655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86320" y="1874521"/>
            <a:ext cx="38510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Saída (origem A)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86320" y="2306321"/>
            <a:ext cx="3851046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B: 7 (A → B)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C: 9 (A → C)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F: 11 (A → C → F)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D: 20 (A → C → D)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E: 20 (A → C → F → 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39"/>
            <a:ext cx="66597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gasto = custo mínimo até agora · pai = de onde veio · mapa = matriz de distâncias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7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Kruskal: a ideia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Conecta todos os vértices gastando o mínimo possível (árvore geradora mínima).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9077" y="2255521"/>
            <a:ext cx="10817971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 todas as arestas da mais barata para a mais cara.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vértice começa em seu próprio grupo.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 a próxima aresta: se liga grupos diferentes, aceita e une os grupos.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os dois já estão no mesmo grupo, descarta (formaria ciclo).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6238239"/>
            <a:ext cx="3639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controle de grupos é feito com Union-Find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Kruskal: as árvores se juntando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008926" y="1082039"/>
            <a:ext cx="253526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Depois de 3 pontes</a:t>
            </a:r>
            <a:endParaRPr lang="en-US" sz="1900" dirty="0"/>
          </a:p>
        </p:txBody>
      </p:sp>
      <p:pic>
        <p:nvPicPr>
          <p:cNvPr id="4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447800"/>
            <a:ext cx="5334000" cy="2508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2012" y="4032250"/>
            <a:ext cx="496909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árvores: {A,B} {C,F} {D,E}. Cada cor é uma árvore.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76521" y="1082039"/>
            <a:ext cx="47767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Fim</a:t>
            </a:r>
            <a:endParaRPr lang="en-US" sz="1900" dirty="0"/>
          </a:p>
        </p:txBody>
      </p:sp>
      <p:pic>
        <p:nvPicPr>
          <p:cNvPr id="7" name="Image 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8400" y="1447800"/>
            <a:ext cx="5334000" cy="2508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68390" y="4032250"/>
            <a:ext cx="549402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árvore só. Custo: 2+6+7+9+9 = 33. Vermelho = descartada (formaria ciclo).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45008" y="4724400"/>
            <a:ext cx="113019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Ordem testada: C-F 2 ✔ · D-E 6 ✔ · A-B 7 ✔ · A-C 9 ✔ · E-F 9 ✔ · B-C 10 ✘ (mesma árvore) · as demais ✘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Kruskal: o código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6116320" cy="3079750"/>
          </a:xfrm>
          <a:prstGeom prst="roundRect">
            <a:avLst>
              <a:gd name="adj" fmla="val 3299"/>
            </a:avLst>
          </a:prstGeom>
          <a:solidFill>
            <a:srgbClr val="14213D"/>
          </a:solidFill>
          <a:ln/>
        </p:spPr>
        <p:txBody>
          <a:bodyPr wrap="square" lIns="224242" tIns="224242" rIns="55993" bIns="1988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qsort(pontes, E, sizeof(Ponte), menorPrimeiro);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 (i = 0; i &lt; E; i++) 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ra = achar(pontes[i].a);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rb = achar(pontes[i].b);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if (ra != rb) 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chefe[ra] = rb;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total += pontes[i].peso;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}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1620521"/>
            <a:ext cx="4246880" cy="307975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86320" y="1874521"/>
            <a:ext cx="38510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Pontes escolhidas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86320" y="2306321"/>
            <a:ext cx="3851046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- F: 2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 - E: 6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- B: 7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- C: 9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- F: 9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33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42"/>
            <a:ext cx="54661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achar(x) descobre o chefe do grupo · chefe[ra] = rb une dois grupos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x Kruskal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0681"/>
          <a:ext cx="10556240" cy="262001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Dijkstra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Kruskal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Resolve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Menor caminho a partir de uma origem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Árvore geradora mínima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Estratégia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Guloso: vértice mais barato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Guloso: aresta mais barata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Estrutura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Matriz + vetores de custo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 de arestas + Union-Find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Complexidade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O(V²)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O(E log E)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555492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Ambos são algoritmos gulosos: escolhem o melhor passo local a cada rodada.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jkstra e Kruskal em C">
  <a:themeElements>
    <a:clrScheme name="Dijkstra e Kruskal em C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E07A1F"/>
      </a:accent1>
      <a:accent2>
        <a:srgbClr val="5B6475"/>
      </a:accent2>
      <a:accent3>
        <a:srgbClr val="C9D3E6"/>
      </a:accent3>
      <a:accent4>
        <a:srgbClr val="9AA0A6"/>
      </a:accent4>
      <a:accent5>
        <a:srgbClr val="6E7584"/>
      </a:accent5>
      <a:accent6>
        <a:srgbClr val="90959E"/>
      </a:accent6>
      <a:hlink>
        <a:srgbClr val="0563C1"/>
      </a:hlink>
      <a:folHlink>
        <a:srgbClr val="954F72"/>
      </a:folHlink>
    </a:clrScheme>
    <a:fontScheme name="Dijkstra e Kruskal em C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 e Kruskal em C</dc:title>
  <dc:subject/>
  <dc:creator/>
  <cp:lastModifiedBy/>
  <cp:revision>1</cp:revision>
  <dcterms:created xsi:type="dcterms:W3CDTF">2026-10-20T14:47:01Z</dcterms:created>
  <dcterms:modified xsi:type="dcterms:W3CDTF">2026-10-20T14:47:01Z</dcterms:modified>
</cp:coreProperties>
</file>